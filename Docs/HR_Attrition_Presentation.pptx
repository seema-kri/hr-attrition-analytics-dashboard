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47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120640"/>
            <a:ext cx="2926080" cy="29260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6035040"/>
            <a:ext cx="1645920" cy="1645920"/>
          </a:xfrm>
          <a:prstGeom prst="ellipse">
            <a:avLst/>
          </a:prstGeom>
          <a:solidFill>
            <a:srgbClr val="D9A44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Why Employees Leave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built on Microsoft Fabric and Power BI 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a governed, interactive dashboard.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Seema Kumari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Analyst, Business Intelligence &amp; Microsoft Fabric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exists, and how it was approached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Leadership had no centralized way to see why employees were leaving. Attrition analysis was manual, slow, and inconsistent between reporting cycles.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sat at 16.1% above the 10–15% industry benchmark  with no visibility into which segments were driving it.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attrition carries real cost: recruiting spend, onboarding time, and lost institutional knowledge.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Answered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attrition rate?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and roles are losing the most people?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pay, age, and tenure relate to attrition?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behaviors (overtime, travel, marital status) predict risk?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22592" y="209397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22592" y="2377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Gen2 pulled the raw HR CSV (1,470 employees) via the Web/CSV connector.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9718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22592" y="29169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Enrich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22592" y="3200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Salary Band and Age Group columns to simplify grouped analysis.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379476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22592" y="373989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22592" y="40233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a Fabric Lakehouse as a flat table — right-sized for a sub-2,000-row dataset.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461772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22592" y="456285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22592" y="48463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Power BI semantic model with 5 core DAX measures for auditable KPI logic.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544068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22592" y="53858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Publish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022592" y="5669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Column-Level Security on MonthlyIncome, then published a 2-page interactive dashboard.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Analytics  •  Business Problem &amp; Approach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Microsoft Fabric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storage, and modeling — end to end on one governed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blurRad="63500" dist="25400" dir="5400000" algn="bl" rotWithShape="0">
              <a:srgbClr val="9AA3B5">
                <a:alpha val="22000"/>
              </a:srgbClr>
            </a:outerShdw>
          </a:effectLst>
        </p:spPr>
      </p:sp>
      <p:pic>
        <p:nvPicPr>
          <p:cNvPr id="5" name="Image 0" descr="/mnt/user-data/uploads/Fabr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527048"/>
            <a:ext cx="3392424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264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Workspace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353872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Semantic model + Attrition Analysis report, organized in a dedicated ws_HR workspace.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16552" y="141732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blurRad="63500" dist="25400" dir="5400000" algn="bl" rotWithShape="0">
              <a:srgbClr val="9AA3B5">
                <a:alpha val="22000"/>
              </a:srgbClr>
            </a:outerShdw>
          </a:effectLst>
        </p:spPr>
      </p:sp>
      <p:pic>
        <p:nvPicPr>
          <p:cNvPr id="9" name="Image 1" descr="/mnt/user-data/uploads/Lakehou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1527048"/>
            <a:ext cx="3392424" cy="1691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53712" y="3264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Table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53712" y="353872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row Hr_employees table landed in the Lakehouse, ready for modeling.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84464" y="141732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blurRad="63500" dist="25400" dir="5400000" algn="bl" rotWithShape="0">
              <a:srgbClr val="9AA3B5">
                <a:alpha val="22000"/>
              </a:srgbClr>
            </a:outerShdw>
          </a:effectLst>
        </p:spPr>
      </p:sp>
      <p:pic>
        <p:nvPicPr>
          <p:cNvPr id="13" name="Image 2" descr="/mnt/user-data/uploads/Schematic_mode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94192" y="1527048"/>
            <a:ext cx="3392424" cy="1691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1624" y="3264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421624" y="353872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 (Age Group, etc.) alongside source columns for clean, ready-to-chart data.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47365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Column-Level Security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 is restricted at the default reader role via Fabric's OneLake Security. General viewers explore attrition freely; only authorized roles see individual salary values.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Analytics  •  Platform &amp; Data Model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Two-page, cross-filterable Power BI report : Overview and Deep Dive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080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blurRad="63500" dist="25400" dir="5400000" algn="bl" rotWithShape="0">
              <a:srgbClr val="9AA3B5">
                <a:alpha val="22000"/>
              </a:srgbClr>
            </a:outerShdw>
          </a:effectLst>
        </p:spPr>
      </p:sp>
      <p:pic>
        <p:nvPicPr>
          <p:cNvPr id="5" name="Image 0" descr="/mnt/user-data/uploads/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444752"/>
            <a:ext cx="580644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1772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KPIs, department attrition, decomposition tree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12280" y="1325880"/>
            <a:ext cx="48463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blurRad="63500" dist="25400" dir="5400000" algn="bl" rotWithShape="0">
              <a:srgbClr val="9AA3B5">
                <a:alpha val="22000"/>
              </a:srgbClr>
            </a:outerShdw>
          </a:effectLst>
        </p:spPr>
      </p:sp>
      <p:pic>
        <p:nvPicPr>
          <p:cNvPr id="8" name="Image 1" descr="/mnt/user-data/uploads/Deep_D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31152" y="1444752"/>
            <a:ext cx="4608576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4617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Age, gender, travel, overtime, marital status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1480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40080" y="5696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10712" y="50749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10712" y="51480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02152" y="5696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— Highest Risk Role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50749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72784" y="51480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364224" y="5696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18–25 Attrition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134856" y="50749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34856" y="51480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9226296" y="5696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Who Left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Analytics  •  The Dashboard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 and where retention effort should go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26327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27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92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leads departmental attrition (20.6%), ahead of HR (19.0%) and R&amp;D (13.8%).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salary bands correlate strongly with attrition — "Under 3K" skews heavily toward departures.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travelers leave at ~3x the rate of non-travelers (24.9% vs. 8.0%).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leave more than 2x as often as married employees (25.5% vs. 12.5%).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reverses by department: men leave more company-wide, but women leave more within HR specifically.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27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budget on Sales / Sales Reps and the Under-3K salary band.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overtime policy and workload distribution.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hybrid travel policies for frequent travelers to curb burnout risk.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targeted onboarding for employees under 25.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43434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45079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48463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B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attrition risk scoring for active employees.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B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Activator alerts on threshold breaches.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B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Exit-date field for true time-series trend analysis.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Analytics  •  Insights &amp; Recommendations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629</Words>
  <Application>Microsoft Office PowerPoint</Application>
  <PresentationFormat>Widescreen</PresentationFormat>
  <Paragraphs>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Seema Kumari</cp:lastModifiedBy>
  <cp:revision>2</cp:revision>
  <dcterms:created xsi:type="dcterms:W3CDTF">2026-08-07T14:35:21Z</dcterms:created>
  <dcterms:modified xsi:type="dcterms:W3CDTF">2026-08-08T06:13:19Z</dcterms:modified>
</cp:coreProperties>
</file>